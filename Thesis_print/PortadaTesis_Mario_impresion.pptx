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7" r:id="rId2"/>
  </p:sldIdLst>
  <p:sldSz cx="16200438" cy="11520488"/>
  <p:notesSz cx="11061700" cy="157353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8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8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8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8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8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8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8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8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8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629" userDrawn="1">
          <p15:clr>
            <a:srgbClr val="A4A3A4"/>
          </p15:clr>
        </p15:guide>
        <p15:guide id="2" pos="51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F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3DA307-5258-F3C2-6F06-DF4951E0F9DF}" v="265" dt="2025-11-28T10:21:49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88" autoAdjust="0"/>
    <p:restoredTop sz="86380" autoAdjust="0"/>
  </p:normalViewPr>
  <p:slideViewPr>
    <p:cSldViewPr>
      <p:cViewPr varScale="1">
        <p:scale>
          <a:sx n="67" d="100"/>
          <a:sy n="67" d="100"/>
        </p:scale>
        <p:origin x="1122" y="48"/>
      </p:cViewPr>
      <p:guideLst>
        <p:guide orient="horz" pos="3629"/>
        <p:guide pos="5103"/>
      </p:guideLst>
    </p:cSldViewPr>
  </p:slideViewPr>
  <p:outlineViewPr>
    <p:cViewPr>
      <p:scale>
        <a:sx n="33" d="100"/>
        <a:sy n="33" d="100"/>
      </p:scale>
      <p:origin x="21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81100"/>
            <a:ext cx="8296275" cy="5899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1106176" y="7474270"/>
            <a:ext cx="8849358" cy="7080885"/>
          </a:xfrm>
          <a:prstGeom prst="rect">
            <a:avLst/>
          </a:prstGeom>
          <a:noFill/>
          <a:ln>
            <a:noFill/>
          </a:ln>
        </p:spPr>
        <p:txBody>
          <a:bodyPr lIns="153435" tIns="153435" rIns="153435" bIns="15343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567926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1164199" rtl="0" eaLnBrk="1" latinLnBrk="0" hangingPunct="1">
      <a:defRPr sz="1589" kern="1200">
        <a:solidFill>
          <a:schemeClr val="tx1"/>
        </a:solidFill>
        <a:latin typeface="+mn-lt"/>
        <a:ea typeface="+mn-ea"/>
        <a:cs typeface="+mn-cs"/>
      </a:defRPr>
    </a:lvl1pPr>
    <a:lvl2pPr marL="582100" algn="l" defTabSz="1164199" rtl="0" eaLnBrk="1" latinLnBrk="0" hangingPunct="1">
      <a:defRPr sz="1589" kern="1200">
        <a:solidFill>
          <a:schemeClr val="tx1"/>
        </a:solidFill>
        <a:latin typeface="+mn-lt"/>
        <a:ea typeface="+mn-ea"/>
        <a:cs typeface="+mn-cs"/>
      </a:defRPr>
    </a:lvl2pPr>
    <a:lvl3pPr marL="1164199" algn="l" defTabSz="1164199" rtl="0" eaLnBrk="1" latinLnBrk="0" hangingPunct="1">
      <a:defRPr sz="1589" kern="1200">
        <a:solidFill>
          <a:schemeClr val="tx1"/>
        </a:solidFill>
        <a:latin typeface="+mn-lt"/>
        <a:ea typeface="+mn-ea"/>
        <a:cs typeface="+mn-cs"/>
      </a:defRPr>
    </a:lvl3pPr>
    <a:lvl4pPr marL="1746299" algn="l" defTabSz="1164199" rtl="0" eaLnBrk="1" latinLnBrk="0" hangingPunct="1">
      <a:defRPr sz="1589" kern="1200">
        <a:solidFill>
          <a:schemeClr val="tx1"/>
        </a:solidFill>
        <a:latin typeface="+mn-lt"/>
        <a:ea typeface="+mn-ea"/>
        <a:cs typeface="+mn-cs"/>
      </a:defRPr>
    </a:lvl4pPr>
    <a:lvl5pPr marL="2328399" algn="l" defTabSz="1164199" rtl="0" eaLnBrk="1" latinLnBrk="0" hangingPunct="1">
      <a:defRPr sz="1589" kern="1200">
        <a:solidFill>
          <a:schemeClr val="tx1"/>
        </a:solidFill>
        <a:latin typeface="+mn-lt"/>
        <a:ea typeface="+mn-ea"/>
        <a:cs typeface="+mn-cs"/>
      </a:defRPr>
    </a:lvl5pPr>
    <a:lvl6pPr marL="2910498" algn="l" defTabSz="1164199" rtl="0" eaLnBrk="1" latinLnBrk="0" hangingPunct="1">
      <a:defRPr sz="1589" kern="1200">
        <a:solidFill>
          <a:schemeClr val="tx1"/>
        </a:solidFill>
        <a:latin typeface="+mn-lt"/>
        <a:ea typeface="+mn-ea"/>
        <a:cs typeface="+mn-cs"/>
      </a:defRPr>
    </a:lvl6pPr>
    <a:lvl7pPr marL="3492598" algn="l" defTabSz="1164199" rtl="0" eaLnBrk="1" latinLnBrk="0" hangingPunct="1">
      <a:defRPr sz="1589" kern="1200">
        <a:solidFill>
          <a:schemeClr val="tx1"/>
        </a:solidFill>
        <a:latin typeface="+mn-lt"/>
        <a:ea typeface="+mn-ea"/>
        <a:cs typeface="+mn-cs"/>
      </a:defRPr>
    </a:lvl7pPr>
    <a:lvl8pPr marL="4074698" algn="l" defTabSz="1164199" rtl="0" eaLnBrk="1" latinLnBrk="0" hangingPunct="1">
      <a:defRPr sz="1589" kern="1200">
        <a:solidFill>
          <a:schemeClr val="tx1"/>
        </a:solidFill>
        <a:latin typeface="+mn-lt"/>
        <a:ea typeface="+mn-ea"/>
        <a:cs typeface="+mn-cs"/>
      </a:defRPr>
    </a:lvl8pPr>
    <a:lvl9pPr marL="4656797" algn="l" defTabSz="1164199" rtl="0" eaLnBrk="1" latinLnBrk="0" hangingPunct="1">
      <a:defRPr sz="158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1382713" y="1181100"/>
            <a:ext cx="8296275" cy="5899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1106176" y="7474270"/>
            <a:ext cx="8849358" cy="7080885"/>
          </a:xfrm>
          <a:prstGeom prst="rect">
            <a:avLst/>
          </a:prstGeom>
        </p:spPr>
        <p:txBody>
          <a:bodyPr lIns="153435" tIns="153435" rIns="153435" bIns="153435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1203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552267" y="4817425"/>
            <a:ext cx="15096807" cy="1885566"/>
          </a:xfrm>
          <a:prstGeom prst="rect">
            <a:avLst/>
          </a:prstGeom>
        </p:spPr>
        <p:txBody>
          <a:bodyPr lIns="143195" tIns="143195" rIns="143195" bIns="143195" anchor="ctr" anchorCtr="0"/>
          <a:lstStyle>
            <a:lvl1pPr lvl="0" algn="ctr">
              <a:spcBef>
                <a:spcPts val="0"/>
              </a:spcBef>
              <a:buSzPct val="100000"/>
              <a:defRPr sz="5600"/>
            </a:lvl1pPr>
            <a:lvl2pPr lvl="1" algn="ctr">
              <a:spcBef>
                <a:spcPts val="0"/>
              </a:spcBef>
              <a:buSzPct val="100000"/>
              <a:defRPr sz="5600"/>
            </a:lvl2pPr>
            <a:lvl3pPr lvl="2" algn="ctr">
              <a:spcBef>
                <a:spcPts val="0"/>
              </a:spcBef>
              <a:buSzPct val="100000"/>
              <a:defRPr sz="5600"/>
            </a:lvl3pPr>
            <a:lvl4pPr lvl="3" algn="ctr">
              <a:spcBef>
                <a:spcPts val="0"/>
              </a:spcBef>
              <a:buSzPct val="100000"/>
              <a:defRPr sz="5600"/>
            </a:lvl4pPr>
            <a:lvl5pPr lvl="4" algn="ctr">
              <a:spcBef>
                <a:spcPts val="0"/>
              </a:spcBef>
              <a:buSzPct val="100000"/>
              <a:defRPr sz="5600"/>
            </a:lvl5pPr>
            <a:lvl6pPr lvl="5" algn="ctr">
              <a:spcBef>
                <a:spcPts val="0"/>
              </a:spcBef>
              <a:buSzPct val="100000"/>
              <a:defRPr sz="5600"/>
            </a:lvl6pPr>
            <a:lvl7pPr lvl="6" algn="ctr">
              <a:spcBef>
                <a:spcPts val="0"/>
              </a:spcBef>
              <a:buSzPct val="100000"/>
              <a:defRPr sz="5600"/>
            </a:lvl7pPr>
            <a:lvl8pPr lvl="7" algn="ctr">
              <a:spcBef>
                <a:spcPts val="0"/>
              </a:spcBef>
              <a:buSzPct val="100000"/>
              <a:defRPr sz="5600"/>
            </a:lvl8pPr>
            <a:lvl9pPr lvl="8" algn="ctr">
              <a:spcBef>
                <a:spcPts val="0"/>
              </a:spcBef>
              <a:buSzPct val="100000"/>
              <a:defRPr sz="5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15011401" y="10444568"/>
            <a:ext cx="972074" cy="881653"/>
          </a:xfrm>
          <a:prstGeom prst="rect">
            <a:avLst/>
          </a:prstGeom>
        </p:spPr>
        <p:txBody>
          <a:bodyPr lIns="143195" tIns="143195" rIns="143195" bIns="14319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‹Nº›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552267" y="996756"/>
            <a:ext cx="15096807" cy="1282904"/>
          </a:xfrm>
          <a:prstGeom prst="rect">
            <a:avLst/>
          </a:prstGeom>
        </p:spPr>
        <p:txBody>
          <a:bodyPr lIns="143195" tIns="143195" rIns="143195" bIns="14319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552267" y="2581288"/>
            <a:ext cx="15096807" cy="7651981"/>
          </a:xfrm>
          <a:prstGeom prst="rect">
            <a:avLst/>
          </a:prstGeom>
        </p:spPr>
        <p:txBody>
          <a:bodyPr lIns="143195" tIns="143195" rIns="143195" bIns="14319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15011401" y="10444568"/>
            <a:ext cx="972074" cy="881653"/>
          </a:xfrm>
          <a:prstGeom prst="rect">
            <a:avLst/>
          </a:prstGeom>
        </p:spPr>
        <p:txBody>
          <a:bodyPr lIns="143195" tIns="143195" rIns="143195" bIns="14319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‹Nº›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552267" y="996756"/>
            <a:ext cx="15096807" cy="1282904"/>
          </a:xfrm>
          <a:prstGeom prst="rect">
            <a:avLst/>
          </a:prstGeom>
        </p:spPr>
        <p:txBody>
          <a:bodyPr lIns="143195" tIns="143195" rIns="143195" bIns="14319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552266" y="2581288"/>
            <a:ext cx="7087086" cy="7651981"/>
          </a:xfrm>
          <a:prstGeom prst="rect">
            <a:avLst/>
          </a:prstGeom>
        </p:spPr>
        <p:txBody>
          <a:bodyPr lIns="143195" tIns="143195" rIns="143195" bIns="143195" anchor="t" anchorCtr="0"/>
          <a:lstStyle>
            <a:lvl1pPr lvl="0">
              <a:spcBef>
                <a:spcPts val="0"/>
              </a:spcBef>
              <a:buSzPct val="100000"/>
              <a:defRPr sz="2200"/>
            </a:lvl1pPr>
            <a:lvl2pPr lvl="1">
              <a:spcBef>
                <a:spcPts val="0"/>
              </a:spcBef>
              <a:buSzPct val="100000"/>
              <a:defRPr sz="1900"/>
            </a:lvl2pPr>
            <a:lvl3pPr lvl="2">
              <a:spcBef>
                <a:spcPts val="0"/>
              </a:spcBef>
              <a:buSzPct val="100000"/>
              <a:defRPr sz="1900"/>
            </a:lvl3pPr>
            <a:lvl4pPr lvl="3">
              <a:spcBef>
                <a:spcPts val="0"/>
              </a:spcBef>
              <a:buSzPct val="100000"/>
              <a:defRPr sz="1900"/>
            </a:lvl4pPr>
            <a:lvl5pPr lvl="4">
              <a:spcBef>
                <a:spcPts val="0"/>
              </a:spcBef>
              <a:buSzPct val="100000"/>
              <a:defRPr sz="1900"/>
            </a:lvl5pPr>
            <a:lvl6pPr lvl="5">
              <a:spcBef>
                <a:spcPts val="0"/>
              </a:spcBef>
              <a:buSzPct val="100000"/>
              <a:defRPr sz="1900"/>
            </a:lvl6pPr>
            <a:lvl7pPr lvl="6">
              <a:spcBef>
                <a:spcPts val="0"/>
              </a:spcBef>
              <a:buSzPct val="100000"/>
              <a:defRPr sz="1900"/>
            </a:lvl7pPr>
            <a:lvl8pPr lvl="7">
              <a:spcBef>
                <a:spcPts val="0"/>
              </a:spcBef>
              <a:buSzPct val="100000"/>
              <a:defRPr sz="1900"/>
            </a:lvl8pPr>
            <a:lvl9pPr lvl="8">
              <a:spcBef>
                <a:spcPts val="0"/>
              </a:spcBef>
              <a:buSzPct val="100000"/>
              <a:defRPr sz="19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8561988" y="2581288"/>
            <a:ext cx="7087086" cy="7651981"/>
          </a:xfrm>
          <a:prstGeom prst="rect">
            <a:avLst/>
          </a:prstGeom>
        </p:spPr>
        <p:txBody>
          <a:bodyPr lIns="143195" tIns="143195" rIns="143195" bIns="143195" anchor="t" anchorCtr="0"/>
          <a:lstStyle>
            <a:lvl1pPr lvl="0">
              <a:spcBef>
                <a:spcPts val="0"/>
              </a:spcBef>
              <a:buSzPct val="100000"/>
              <a:defRPr sz="2200"/>
            </a:lvl1pPr>
            <a:lvl2pPr lvl="1">
              <a:spcBef>
                <a:spcPts val="0"/>
              </a:spcBef>
              <a:buSzPct val="100000"/>
              <a:defRPr sz="1900"/>
            </a:lvl2pPr>
            <a:lvl3pPr lvl="2">
              <a:spcBef>
                <a:spcPts val="0"/>
              </a:spcBef>
              <a:buSzPct val="100000"/>
              <a:defRPr sz="1900"/>
            </a:lvl3pPr>
            <a:lvl4pPr lvl="3">
              <a:spcBef>
                <a:spcPts val="0"/>
              </a:spcBef>
              <a:buSzPct val="100000"/>
              <a:defRPr sz="1900"/>
            </a:lvl4pPr>
            <a:lvl5pPr lvl="4">
              <a:spcBef>
                <a:spcPts val="0"/>
              </a:spcBef>
              <a:buSzPct val="100000"/>
              <a:defRPr sz="1900"/>
            </a:lvl5pPr>
            <a:lvl6pPr lvl="5">
              <a:spcBef>
                <a:spcPts val="0"/>
              </a:spcBef>
              <a:buSzPct val="100000"/>
              <a:defRPr sz="1900"/>
            </a:lvl6pPr>
            <a:lvl7pPr lvl="6">
              <a:spcBef>
                <a:spcPts val="0"/>
              </a:spcBef>
              <a:buSzPct val="100000"/>
              <a:defRPr sz="1900"/>
            </a:lvl7pPr>
            <a:lvl8pPr lvl="7">
              <a:spcBef>
                <a:spcPts val="0"/>
              </a:spcBef>
              <a:buSzPct val="100000"/>
              <a:defRPr sz="1900"/>
            </a:lvl8pPr>
            <a:lvl9pPr lvl="8">
              <a:spcBef>
                <a:spcPts val="0"/>
              </a:spcBef>
              <a:buSzPct val="100000"/>
              <a:defRPr sz="19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15011401" y="10444568"/>
            <a:ext cx="972074" cy="881653"/>
          </a:xfrm>
          <a:prstGeom prst="rect">
            <a:avLst/>
          </a:prstGeom>
        </p:spPr>
        <p:txBody>
          <a:bodyPr lIns="143195" tIns="143195" rIns="143195" bIns="14319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‹Nº›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552267" y="996756"/>
            <a:ext cx="15096807" cy="1282904"/>
          </a:xfrm>
          <a:prstGeom prst="rect">
            <a:avLst/>
          </a:prstGeom>
        </p:spPr>
        <p:txBody>
          <a:bodyPr lIns="143195" tIns="143195" rIns="143195" bIns="14319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15011401" y="10444568"/>
            <a:ext cx="972074" cy="881653"/>
          </a:xfrm>
          <a:prstGeom prst="rect">
            <a:avLst/>
          </a:prstGeom>
        </p:spPr>
        <p:txBody>
          <a:bodyPr lIns="143195" tIns="143195" rIns="143195" bIns="14319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‹Nº›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552266" y="1244419"/>
            <a:ext cx="4975224" cy="1692777"/>
          </a:xfrm>
          <a:prstGeom prst="rect">
            <a:avLst/>
          </a:prstGeom>
        </p:spPr>
        <p:txBody>
          <a:bodyPr lIns="143195" tIns="143195" rIns="143195" bIns="143195" anchor="b" anchorCtr="0"/>
          <a:lstStyle>
            <a:lvl1pPr lvl="0">
              <a:spcBef>
                <a:spcPts val="0"/>
              </a:spcBef>
              <a:buSzPct val="100000"/>
              <a:defRPr sz="3800"/>
            </a:lvl1pPr>
            <a:lvl2pPr lvl="1">
              <a:spcBef>
                <a:spcPts val="0"/>
              </a:spcBef>
              <a:buSzPct val="100000"/>
              <a:defRPr sz="3800"/>
            </a:lvl2pPr>
            <a:lvl3pPr lvl="2">
              <a:spcBef>
                <a:spcPts val="0"/>
              </a:spcBef>
              <a:buSzPct val="100000"/>
              <a:defRPr sz="3800"/>
            </a:lvl3pPr>
            <a:lvl4pPr lvl="3">
              <a:spcBef>
                <a:spcPts val="0"/>
              </a:spcBef>
              <a:buSzPct val="100000"/>
              <a:defRPr sz="3800"/>
            </a:lvl4pPr>
            <a:lvl5pPr lvl="4">
              <a:spcBef>
                <a:spcPts val="0"/>
              </a:spcBef>
              <a:buSzPct val="100000"/>
              <a:defRPr sz="3800"/>
            </a:lvl5pPr>
            <a:lvl6pPr lvl="5">
              <a:spcBef>
                <a:spcPts val="0"/>
              </a:spcBef>
              <a:buSzPct val="100000"/>
              <a:defRPr sz="3800"/>
            </a:lvl6pPr>
            <a:lvl7pPr lvl="6">
              <a:spcBef>
                <a:spcPts val="0"/>
              </a:spcBef>
              <a:buSzPct val="100000"/>
              <a:defRPr sz="3800"/>
            </a:lvl7pPr>
            <a:lvl8pPr lvl="7">
              <a:spcBef>
                <a:spcPts val="0"/>
              </a:spcBef>
              <a:buSzPct val="100000"/>
              <a:defRPr sz="3800"/>
            </a:lvl8pPr>
            <a:lvl9pPr lvl="8">
              <a:spcBef>
                <a:spcPts val="0"/>
              </a:spcBef>
              <a:buSzPct val="100000"/>
              <a:defRPr sz="38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552266" y="3112395"/>
            <a:ext cx="4975224" cy="7121028"/>
          </a:xfrm>
          <a:prstGeom prst="rect">
            <a:avLst/>
          </a:prstGeom>
        </p:spPr>
        <p:txBody>
          <a:bodyPr lIns="143195" tIns="143195" rIns="143195" bIns="143195" anchor="t" anchorCtr="0"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900"/>
            </a:lvl2pPr>
            <a:lvl3pPr lvl="2">
              <a:spcBef>
                <a:spcPts val="0"/>
              </a:spcBef>
              <a:buSzPct val="100000"/>
              <a:defRPr sz="1900"/>
            </a:lvl3pPr>
            <a:lvl4pPr lvl="3">
              <a:spcBef>
                <a:spcPts val="0"/>
              </a:spcBef>
              <a:buSzPct val="100000"/>
              <a:defRPr sz="1900"/>
            </a:lvl4pPr>
            <a:lvl5pPr lvl="4">
              <a:spcBef>
                <a:spcPts val="0"/>
              </a:spcBef>
              <a:buSzPct val="100000"/>
              <a:defRPr sz="1900"/>
            </a:lvl5pPr>
            <a:lvl6pPr lvl="5">
              <a:spcBef>
                <a:spcPts val="0"/>
              </a:spcBef>
              <a:buSzPct val="100000"/>
              <a:defRPr sz="1900"/>
            </a:lvl6pPr>
            <a:lvl7pPr lvl="6">
              <a:spcBef>
                <a:spcPts val="0"/>
              </a:spcBef>
              <a:buSzPct val="100000"/>
              <a:defRPr sz="1900"/>
            </a:lvl7pPr>
            <a:lvl8pPr lvl="7">
              <a:spcBef>
                <a:spcPts val="0"/>
              </a:spcBef>
              <a:buSzPct val="100000"/>
              <a:defRPr sz="1900"/>
            </a:lvl8pPr>
            <a:lvl9pPr lvl="8">
              <a:spcBef>
                <a:spcPts val="0"/>
              </a:spcBef>
              <a:buSzPct val="100000"/>
              <a:defRPr sz="19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15011401" y="10444568"/>
            <a:ext cx="972074" cy="881653"/>
          </a:xfrm>
          <a:prstGeom prst="rect">
            <a:avLst/>
          </a:prstGeom>
        </p:spPr>
        <p:txBody>
          <a:bodyPr lIns="143195" tIns="143195" rIns="143195" bIns="14319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‹Nº›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868619" y="1008237"/>
            <a:ext cx="11282292" cy="9162549"/>
          </a:xfrm>
          <a:prstGeom prst="rect">
            <a:avLst/>
          </a:prstGeom>
        </p:spPr>
        <p:txBody>
          <a:bodyPr lIns="143195" tIns="143195" rIns="143195" bIns="143195" anchor="ctr" anchorCtr="0"/>
          <a:lstStyle>
            <a:lvl1pPr lvl="0">
              <a:spcBef>
                <a:spcPts val="0"/>
              </a:spcBef>
              <a:buSzPct val="100000"/>
              <a:defRPr sz="7500"/>
            </a:lvl1pPr>
            <a:lvl2pPr lvl="1">
              <a:spcBef>
                <a:spcPts val="0"/>
              </a:spcBef>
              <a:buSzPct val="100000"/>
              <a:defRPr sz="7500"/>
            </a:lvl2pPr>
            <a:lvl3pPr lvl="2">
              <a:spcBef>
                <a:spcPts val="0"/>
              </a:spcBef>
              <a:buSzPct val="100000"/>
              <a:defRPr sz="7500"/>
            </a:lvl3pPr>
            <a:lvl4pPr lvl="3">
              <a:spcBef>
                <a:spcPts val="0"/>
              </a:spcBef>
              <a:buSzPct val="100000"/>
              <a:defRPr sz="7500"/>
            </a:lvl4pPr>
            <a:lvl5pPr lvl="4">
              <a:spcBef>
                <a:spcPts val="0"/>
              </a:spcBef>
              <a:buSzPct val="100000"/>
              <a:defRPr sz="7500"/>
            </a:lvl5pPr>
            <a:lvl6pPr lvl="5">
              <a:spcBef>
                <a:spcPts val="0"/>
              </a:spcBef>
              <a:buSzPct val="100000"/>
              <a:defRPr sz="7500"/>
            </a:lvl6pPr>
            <a:lvl7pPr lvl="6">
              <a:spcBef>
                <a:spcPts val="0"/>
              </a:spcBef>
              <a:buSzPct val="100000"/>
              <a:defRPr sz="7500"/>
            </a:lvl7pPr>
            <a:lvl8pPr lvl="7">
              <a:spcBef>
                <a:spcPts val="0"/>
              </a:spcBef>
              <a:buSzPct val="100000"/>
              <a:defRPr sz="7500"/>
            </a:lvl8pPr>
            <a:lvl9pPr lvl="8">
              <a:spcBef>
                <a:spcPts val="0"/>
              </a:spcBef>
              <a:buSzPct val="100000"/>
              <a:defRPr sz="75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15011401" y="10444568"/>
            <a:ext cx="972074" cy="881653"/>
          </a:xfrm>
          <a:prstGeom prst="rect">
            <a:avLst/>
          </a:prstGeom>
        </p:spPr>
        <p:txBody>
          <a:bodyPr lIns="143195" tIns="143195" rIns="143195" bIns="14319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‹Nº›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8100616" y="-279"/>
            <a:ext cx="8100615" cy="1152029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43195" tIns="143195" rIns="143195" bIns="14319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33" dirty="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470410" y="2762038"/>
            <a:ext cx="7167333" cy="3320116"/>
          </a:xfrm>
          <a:prstGeom prst="rect">
            <a:avLst/>
          </a:prstGeom>
        </p:spPr>
        <p:txBody>
          <a:bodyPr lIns="143195" tIns="143195" rIns="143195" bIns="143195" anchor="b" anchorCtr="0"/>
          <a:lstStyle>
            <a:lvl1pPr lvl="0" algn="ctr">
              <a:spcBef>
                <a:spcPts val="0"/>
              </a:spcBef>
              <a:buSzPct val="100000"/>
              <a:defRPr sz="6600"/>
            </a:lvl1pPr>
            <a:lvl2pPr lvl="1" algn="ctr">
              <a:spcBef>
                <a:spcPts val="0"/>
              </a:spcBef>
              <a:buSzPct val="100000"/>
              <a:defRPr sz="6600"/>
            </a:lvl2pPr>
            <a:lvl3pPr lvl="2" algn="ctr">
              <a:spcBef>
                <a:spcPts val="0"/>
              </a:spcBef>
              <a:buSzPct val="100000"/>
              <a:defRPr sz="6600"/>
            </a:lvl3pPr>
            <a:lvl4pPr lvl="3" algn="ctr">
              <a:spcBef>
                <a:spcPts val="0"/>
              </a:spcBef>
              <a:buSzPct val="100000"/>
              <a:defRPr sz="6600"/>
            </a:lvl4pPr>
            <a:lvl5pPr lvl="4" algn="ctr">
              <a:spcBef>
                <a:spcPts val="0"/>
              </a:spcBef>
              <a:buSzPct val="100000"/>
              <a:defRPr sz="6600"/>
            </a:lvl5pPr>
            <a:lvl6pPr lvl="5" algn="ctr">
              <a:spcBef>
                <a:spcPts val="0"/>
              </a:spcBef>
              <a:buSzPct val="100000"/>
              <a:defRPr sz="6600"/>
            </a:lvl6pPr>
            <a:lvl7pPr lvl="6" algn="ctr">
              <a:spcBef>
                <a:spcPts val="0"/>
              </a:spcBef>
              <a:buSzPct val="100000"/>
              <a:defRPr sz="6600"/>
            </a:lvl7pPr>
            <a:lvl8pPr lvl="7" algn="ctr">
              <a:spcBef>
                <a:spcPts val="0"/>
              </a:spcBef>
              <a:buSzPct val="100000"/>
              <a:defRPr sz="6600"/>
            </a:lvl8pPr>
            <a:lvl9pPr lvl="8" algn="ctr">
              <a:spcBef>
                <a:spcPts val="0"/>
              </a:spcBef>
              <a:buSzPct val="100000"/>
              <a:defRPr sz="66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470410" y="6278262"/>
            <a:ext cx="7167333" cy="2766437"/>
          </a:xfrm>
          <a:prstGeom prst="rect">
            <a:avLst/>
          </a:prstGeom>
        </p:spPr>
        <p:txBody>
          <a:bodyPr lIns="143195" tIns="143195" rIns="143195" bIns="14319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3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8751748" y="1621767"/>
            <a:ext cx="6798432" cy="8276192"/>
          </a:xfrm>
          <a:prstGeom prst="rect">
            <a:avLst/>
          </a:prstGeom>
        </p:spPr>
        <p:txBody>
          <a:bodyPr lIns="143195" tIns="143195" rIns="143195" bIns="14319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15011401" y="10444568"/>
            <a:ext cx="972074" cy="881653"/>
          </a:xfrm>
          <a:prstGeom prst="rect">
            <a:avLst/>
          </a:prstGeom>
        </p:spPr>
        <p:txBody>
          <a:bodyPr lIns="143195" tIns="143195" rIns="143195" bIns="14319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‹Nº›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552268" y="9475544"/>
            <a:ext cx="10628538" cy="1355396"/>
          </a:xfrm>
          <a:prstGeom prst="rect">
            <a:avLst/>
          </a:prstGeom>
        </p:spPr>
        <p:txBody>
          <a:bodyPr lIns="143195" tIns="143195" rIns="143195" bIns="14319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15011401" y="10444568"/>
            <a:ext cx="972074" cy="881653"/>
          </a:xfrm>
          <a:prstGeom prst="rect">
            <a:avLst/>
          </a:prstGeom>
        </p:spPr>
        <p:txBody>
          <a:bodyPr lIns="143195" tIns="143195" rIns="143195" bIns="14319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‹Nº›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552267" y="2477475"/>
            <a:ext cx="15096807" cy="4397696"/>
          </a:xfrm>
          <a:prstGeom prst="rect">
            <a:avLst/>
          </a:prstGeom>
        </p:spPr>
        <p:txBody>
          <a:bodyPr lIns="143195" tIns="143195" rIns="143195" bIns="143195" anchor="b" anchorCtr="0"/>
          <a:lstStyle>
            <a:lvl1pPr lvl="0" algn="ctr">
              <a:spcBef>
                <a:spcPts val="0"/>
              </a:spcBef>
              <a:buSzPct val="100000"/>
              <a:defRPr sz="18800"/>
            </a:lvl1pPr>
            <a:lvl2pPr lvl="1" algn="ctr">
              <a:spcBef>
                <a:spcPts val="0"/>
              </a:spcBef>
              <a:buSzPct val="100000"/>
              <a:defRPr sz="18800"/>
            </a:lvl2pPr>
            <a:lvl3pPr lvl="2" algn="ctr">
              <a:spcBef>
                <a:spcPts val="0"/>
              </a:spcBef>
              <a:buSzPct val="100000"/>
              <a:defRPr sz="18800"/>
            </a:lvl3pPr>
            <a:lvl4pPr lvl="3" algn="ctr">
              <a:spcBef>
                <a:spcPts val="0"/>
              </a:spcBef>
              <a:buSzPct val="100000"/>
              <a:defRPr sz="18800"/>
            </a:lvl4pPr>
            <a:lvl5pPr lvl="4" algn="ctr">
              <a:spcBef>
                <a:spcPts val="0"/>
              </a:spcBef>
              <a:buSzPct val="100000"/>
              <a:defRPr sz="18800"/>
            </a:lvl5pPr>
            <a:lvl6pPr lvl="5" algn="ctr">
              <a:spcBef>
                <a:spcPts val="0"/>
              </a:spcBef>
              <a:buSzPct val="100000"/>
              <a:defRPr sz="18800"/>
            </a:lvl6pPr>
            <a:lvl7pPr lvl="6" algn="ctr">
              <a:spcBef>
                <a:spcPts val="0"/>
              </a:spcBef>
              <a:buSzPct val="100000"/>
              <a:defRPr sz="18800"/>
            </a:lvl7pPr>
            <a:lvl8pPr lvl="7" algn="ctr">
              <a:spcBef>
                <a:spcPts val="0"/>
              </a:spcBef>
              <a:buSzPct val="100000"/>
              <a:defRPr sz="18800"/>
            </a:lvl8pPr>
            <a:lvl9pPr lvl="8" algn="ctr">
              <a:spcBef>
                <a:spcPts val="0"/>
              </a:spcBef>
              <a:buSzPct val="100000"/>
              <a:defRPr sz="188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552267" y="7060280"/>
            <a:ext cx="15096807" cy="2913379"/>
          </a:xfrm>
          <a:prstGeom prst="rect">
            <a:avLst/>
          </a:prstGeom>
        </p:spPr>
        <p:txBody>
          <a:bodyPr lIns="143195" tIns="143195" rIns="143195" bIns="143195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15011401" y="10444568"/>
            <a:ext cx="972074" cy="881653"/>
          </a:xfrm>
          <a:prstGeom prst="rect">
            <a:avLst/>
          </a:prstGeom>
        </p:spPr>
        <p:txBody>
          <a:bodyPr lIns="143195" tIns="143195" rIns="143195" bIns="14319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‹Nº›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15011401" y="10444568"/>
            <a:ext cx="972074" cy="881653"/>
          </a:xfrm>
          <a:prstGeom prst="rect">
            <a:avLst/>
          </a:prstGeom>
        </p:spPr>
        <p:txBody>
          <a:bodyPr lIns="143195" tIns="143195" rIns="143195" bIns="14319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‹Nº›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552267" y="996756"/>
            <a:ext cx="15096807" cy="1282904"/>
          </a:xfrm>
          <a:prstGeom prst="rect">
            <a:avLst/>
          </a:prstGeom>
          <a:noFill/>
          <a:ln>
            <a:noFill/>
          </a:ln>
        </p:spPr>
        <p:txBody>
          <a:bodyPr lIns="143195" tIns="143195" rIns="143195" bIns="14319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4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4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4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4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4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4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4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4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552267" y="2581288"/>
            <a:ext cx="15096807" cy="7651981"/>
          </a:xfrm>
          <a:prstGeom prst="rect">
            <a:avLst/>
          </a:prstGeom>
          <a:noFill/>
          <a:ln>
            <a:noFill/>
          </a:ln>
        </p:spPr>
        <p:txBody>
          <a:bodyPr lIns="143195" tIns="143195" rIns="143195" bIns="14319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chemeClr val="dk2"/>
              </a:buClr>
              <a:buSzPct val="100000"/>
              <a:defRPr sz="27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chemeClr val="dk2"/>
              </a:buClr>
              <a:buSzPct val="100000"/>
              <a:defRPr sz="21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chemeClr val="dk2"/>
              </a:buClr>
              <a:buSzPct val="100000"/>
              <a:defRPr sz="21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chemeClr val="dk2"/>
              </a:buClr>
              <a:buSzPct val="100000"/>
              <a:defRPr sz="21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chemeClr val="dk2"/>
              </a:buClr>
              <a:buSzPct val="100000"/>
              <a:defRPr sz="21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chemeClr val="dk2"/>
              </a:buClr>
              <a:buSzPct val="100000"/>
              <a:defRPr sz="21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chemeClr val="dk2"/>
              </a:buClr>
              <a:buSzPct val="100000"/>
              <a:defRPr sz="21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chemeClr val="dk2"/>
              </a:buClr>
              <a:buSzPct val="100000"/>
              <a:defRPr sz="21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chemeClr val="dk2"/>
              </a:buClr>
              <a:buSzPct val="100000"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15011401" y="10444568"/>
            <a:ext cx="972074" cy="881653"/>
          </a:xfrm>
          <a:prstGeom prst="rect">
            <a:avLst/>
          </a:prstGeom>
          <a:noFill/>
          <a:ln>
            <a:noFill/>
          </a:ln>
        </p:spPr>
        <p:txBody>
          <a:bodyPr lIns="143195" tIns="143195" rIns="143195" bIns="143195" anchor="ctr" anchorCtr="0">
            <a:noAutofit/>
          </a:bodyPr>
          <a:lstStyle/>
          <a:p>
            <a:pPr algn="r"/>
            <a:fld id="{00000000-1234-1234-1234-123412341234}" type="slidenum">
              <a:rPr lang="en" sz="1600" smtClean="0">
                <a:solidFill>
                  <a:schemeClr val="dk2"/>
                </a:solidFill>
              </a:rPr>
              <a:pPr algn="r"/>
              <a:t>‹Nº›</a:t>
            </a:fld>
            <a:endParaRPr lang="en" sz="1600" dirty="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5F94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Shape 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246" y="1170145"/>
            <a:ext cx="13502349" cy="9180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Escudo0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12000"/>
          </a:blip>
          <a:srcRect/>
          <a:stretch>
            <a:fillRect/>
          </a:stretch>
        </p:blipFill>
        <p:spPr bwMode="auto">
          <a:xfrm>
            <a:off x="-2412949" y="5112173"/>
            <a:ext cx="8743240" cy="8678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9 Grupo"/>
          <p:cNvGrpSpPr/>
          <p:nvPr/>
        </p:nvGrpSpPr>
        <p:grpSpPr>
          <a:xfrm>
            <a:off x="7797331" y="1799804"/>
            <a:ext cx="490331" cy="9568080"/>
            <a:chOff x="6447955" y="293704"/>
            <a:chExt cx="490331" cy="9568080"/>
          </a:xfrm>
        </p:grpSpPr>
        <p:sp>
          <p:nvSpPr>
            <p:cNvPr id="72" name="Shape 72"/>
            <p:cNvSpPr txBox="1"/>
            <p:nvPr/>
          </p:nvSpPr>
          <p:spPr>
            <a:xfrm rot="5400000">
              <a:off x="5498425" y="2036367"/>
              <a:ext cx="2389391" cy="4903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r>
                <a:rPr lang="en" sz="1300" dirty="0">
                  <a:solidFill>
                    <a:srgbClr val="FFFFFF"/>
                  </a:solidFill>
                  <a:latin typeface="Times New Roman"/>
                  <a:ea typeface="Calibri"/>
                  <a:cs typeface="Times New Roman"/>
                  <a:sym typeface="Calibri"/>
                </a:rPr>
                <a:t>Mario Figueira Pereira</a:t>
              </a:r>
            </a:p>
          </p:txBody>
        </p:sp>
        <p:sp>
          <p:nvSpPr>
            <p:cNvPr id="73" name="Shape 73"/>
            <p:cNvSpPr txBox="1"/>
            <p:nvPr/>
          </p:nvSpPr>
          <p:spPr>
            <a:xfrm rot="5400000">
              <a:off x="6396920" y="486591"/>
              <a:ext cx="734251" cy="34847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r>
                <a:rPr lang="en" sz="1300" dirty="0">
                  <a:solidFill>
                    <a:srgbClr val="F3F3F3"/>
                  </a:solidFill>
                  <a:latin typeface="Times New Roman"/>
                  <a:cs typeface="Times New Roman"/>
                </a:rPr>
                <a:t>2025</a:t>
              </a:r>
              <a:endParaRPr lang="en" sz="1300" dirty="0">
                <a:solidFill>
                  <a:srgbClr val="F3F3F3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Shape 74"/>
            <p:cNvSpPr txBox="1"/>
            <p:nvPr/>
          </p:nvSpPr>
          <p:spPr>
            <a:xfrm rot="5400000">
              <a:off x="3421734" y="6354646"/>
              <a:ext cx="6648799" cy="36547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r>
                <a:rPr lang="es-ES" sz="1200" i="1" dirty="0">
                  <a:solidFill>
                    <a:schemeClr val="bg1"/>
                  </a:solidFill>
                  <a:latin typeface="Times New Roman"/>
                  <a:cs typeface="Times New Roman"/>
                </a:rPr>
                <a:t>DEALING WITH HIGH COMPLEXITY IN SPATIO-TEMPORAL MODELS</a:t>
              </a:r>
            </a:p>
            <a:p>
              <a:endParaRPr lang="en" sz="1200" i="1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sp>
        <p:nvSpPr>
          <p:cNvPr id="2" name="CaixaDeTexto 1"/>
          <p:cNvSpPr txBox="1"/>
          <p:nvPr/>
        </p:nvSpPr>
        <p:spPr>
          <a:xfrm>
            <a:off x="8943854" y="5753543"/>
            <a:ext cx="5109730" cy="34829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  <a:latin typeface="Times New Roman"/>
                <a:cs typeface="Times New Roman"/>
              </a:rPr>
              <a:t>DEALING WITH HIGH COMPLEXITY IN SPATIO-TEMPORAL MODELS</a:t>
            </a:r>
          </a:p>
          <a:p>
            <a:pPr algn="ctr"/>
            <a:endParaRPr lang="es-E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 </a:t>
            </a:r>
            <a:r>
              <a:rPr lang="es-ES" sz="1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Thesis</a:t>
            </a:r>
            <a:r>
              <a:rPr lang="es-E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s-E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1700" dirty="0">
                <a:solidFill>
                  <a:schemeClr val="bg1"/>
                </a:solidFill>
                <a:latin typeface="Times New Roman"/>
                <a:cs typeface="Times New Roman"/>
              </a:rPr>
              <a:t>Mario Figueira Pereira  </a:t>
            </a:r>
            <a:endParaRPr lang="es-E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1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lang="es-E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s-E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1700" dirty="0">
                <a:solidFill>
                  <a:schemeClr val="bg1"/>
                </a:solidFill>
                <a:latin typeface="Times New Roman"/>
                <a:cs typeface="Times New Roman"/>
              </a:rPr>
              <a:t>Dr. David Valentín Conesa Guillén</a:t>
            </a:r>
          </a:p>
          <a:p>
            <a:pPr algn="ctr"/>
            <a:r>
              <a:rPr lang="es-ES" sz="1700" dirty="0">
                <a:solidFill>
                  <a:schemeClr val="bg1"/>
                </a:solidFill>
                <a:latin typeface="Times New Roman"/>
                <a:cs typeface="Times New Roman"/>
              </a:rPr>
              <a:t>Dr. Antonio Manuel López </a:t>
            </a:r>
            <a:r>
              <a:rPr lang="es-ES" sz="1700" dirty="0" err="1">
                <a:solidFill>
                  <a:schemeClr val="bg1"/>
                </a:solidFill>
                <a:latin typeface="Times New Roman"/>
                <a:cs typeface="Times New Roman"/>
              </a:rPr>
              <a:t>Quílez</a:t>
            </a:r>
            <a:endParaRPr lang="es-ES" sz="17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s-E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1600" dirty="0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s-ES" sz="1600" dirty="0" err="1">
                <a:solidFill>
                  <a:schemeClr val="bg1"/>
                </a:solidFill>
                <a:latin typeface="Times New Roman"/>
                <a:cs typeface="Times New Roman"/>
              </a:rPr>
              <a:t>October</a:t>
            </a:r>
            <a:r>
              <a:rPr lang="es-ES" sz="1600" dirty="0">
                <a:solidFill>
                  <a:schemeClr val="bg1"/>
                </a:solidFill>
                <a:latin typeface="Times New Roman"/>
                <a:cs typeface="Times New Roman"/>
              </a:rPr>
              <a:t> 2025</a:t>
            </a:r>
            <a:endParaRPr lang="es-E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9403219" y="1964198"/>
            <a:ext cx="4191000" cy="3646868"/>
            <a:chOff x="7533888" y="869950"/>
            <a:chExt cx="4191000" cy="3646868"/>
          </a:xfrm>
        </p:grpSpPr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7533888" y="1292225"/>
              <a:ext cx="4191000" cy="1426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86400" tIns="43200" rIns="86400" bIns="43200">
              <a:spAutoFit/>
            </a:bodyPr>
            <a:lstStyle>
              <a:lvl1pPr>
                <a:tabLst>
                  <a:tab pos="0" algn="l"/>
                  <a:tab pos="393700" algn="l"/>
                  <a:tab pos="788988" algn="l"/>
                  <a:tab pos="1182688" algn="l"/>
                  <a:tab pos="1579563" algn="l"/>
                  <a:tab pos="1974850" algn="l"/>
                  <a:tab pos="2368550" algn="l"/>
                  <a:tab pos="2765425" algn="l"/>
                  <a:tab pos="3159125" algn="l"/>
                  <a:tab pos="3554413" algn="l"/>
                  <a:tab pos="3949700" algn="l"/>
                  <a:tab pos="4344988" algn="l"/>
                  <a:tab pos="4740275" algn="l"/>
                  <a:tab pos="5133975" algn="l"/>
                  <a:tab pos="5530850" algn="l"/>
                  <a:tab pos="5924550" algn="l"/>
                  <a:tab pos="6319838" algn="l"/>
                  <a:tab pos="6715125" algn="l"/>
                  <a:tab pos="7110413" algn="l"/>
                  <a:tab pos="7505700" algn="l"/>
                  <a:tab pos="7900988" algn="l"/>
                </a:tabLst>
                <a:defRPr sz="2600"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 marL="742950" indent="-285750">
                <a:tabLst>
                  <a:tab pos="0" algn="l"/>
                  <a:tab pos="393700" algn="l"/>
                  <a:tab pos="788988" algn="l"/>
                  <a:tab pos="1182688" algn="l"/>
                  <a:tab pos="1579563" algn="l"/>
                  <a:tab pos="1974850" algn="l"/>
                  <a:tab pos="2368550" algn="l"/>
                  <a:tab pos="2765425" algn="l"/>
                  <a:tab pos="3159125" algn="l"/>
                  <a:tab pos="3554413" algn="l"/>
                  <a:tab pos="3949700" algn="l"/>
                  <a:tab pos="4344988" algn="l"/>
                  <a:tab pos="4740275" algn="l"/>
                  <a:tab pos="5133975" algn="l"/>
                  <a:tab pos="5530850" algn="l"/>
                  <a:tab pos="5924550" algn="l"/>
                  <a:tab pos="6319838" algn="l"/>
                  <a:tab pos="6715125" algn="l"/>
                  <a:tab pos="7110413" algn="l"/>
                  <a:tab pos="7505700" algn="l"/>
                  <a:tab pos="7900988" algn="l"/>
                </a:tabLst>
                <a:defRPr sz="2600"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 marL="1143000" indent="-228600">
                <a:tabLst>
                  <a:tab pos="0" algn="l"/>
                  <a:tab pos="393700" algn="l"/>
                  <a:tab pos="788988" algn="l"/>
                  <a:tab pos="1182688" algn="l"/>
                  <a:tab pos="1579563" algn="l"/>
                  <a:tab pos="1974850" algn="l"/>
                  <a:tab pos="2368550" algn="l"/>
                  <a:tab pos="2765425" algn="l"/>
                  <a:tab pos="3159125" algn="l"/>
                  <a:tab pos="3554413" algn="l"/>
                  <a:tab pos="3949700" algn="l"/>
                  <a:tab pos="4344988" algn="l"/>
                  <a:tab pos="4740275" algn="l"/>
                  <a:tab pos="5133975" algn="l"/>
                  <a:tab pos="5530850" algn="l"/>
                  <a:tab pos="5924550" algn="l"/>
                  <a:tab pos="6319838" algn="l"/>
                  <a:tab pos="6715125" algn="l"/>
                  <a:tab pos="7110413" algn="l"/>
                  <a:tab pos="7505700" algn="l"/>
                  <a:tab pos="7900988" algn="l"/>
                </a:tabLst>
                <a:defRPr sz="2600"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 marL="1600200" indent="-228600">
                <a:tabLst>
                  <a:tab pos="0" algn="l"/>
                  <a:tab pos="393700" algn="l"/>
                  <a:tab pos="788988" algn="l"/>
                  <a:tab pos="1182688" algn="l"/>
                  <a:tab pos="1579563" algn="l"/>
                  <a:tab pos="1974850" algn="l"/>
                  <a:tab pos="2368550" algn="l"/>
                  <a:tab pos="2765425" algn="l"/>
                  <a:tab pos="3159125" algn="l"/>
                  <a:tab pos="3554413" algn="l"/>
                  <a:tab pos="3949700" algn="l"/>
                  <a:tab pos="4344988" algn="l"/>
                  <a:tab pos="4740275" algn="l"/>
                  <a:tab pos="5133975" algn="l"/>
                  <a:tab pos="5530850" algn="l"/>
                  <a:tab pos="5924550" algn="l"/>
                  <a:tab pos="6319838" algn="l"/>
                  <a:tab pos="6715125" algn="l"/>
                  <a:tab pos="7110413" algn="l"/>
                  <a:tab pos="7505700" algn="l"/>
                  <a:tab pos="7900988" algn="l"/>
                </a:tabLst>
                <a:defRPr sz="2600"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 marL="2057400" indent="-228600">
                <a:tabLst>
                  <a:tab pos="0" algn="l"/>
                  <a:tab pos="393700" algn="l"/>
                  <a:tab pos="788988" algn="l"/>
                  <a:tab pos="1182688" algn="l"/>
                  <a:tab pos="1579563" algn="l"/>
                  <a:tab pos="1974850" algn="l"/>
                  <a:tab pos="2368550" algn="l"/>
                  <a:tab pos="2765425" algn="l"/>
                  <a:tab pos="3159125" algn="l"/>
                  <a:tab pos="3554413" algn="l"/>
                  <a:tab pos="3949700" algn="l"/>
                  <a:tab pos="4344988" algn="l"/>
                  <a:tab pos="4740275" algn="l"/>
                  <a:tab pos="5133975" algn="l"/>
                  <a:tab pos="5530850" algn="l"/>
                  <a:tab pos="5924550" algn="l"/>
                  <a:tab pos="6319838" algn="l"/>
                  <a:tab pos="6715125" algn="l"/>
                  <a:tab pos="7110413" algn="l"/>
                  <a:tab pos="7505700" algn="l"/>
                  <a:tab pos="7900988" algn="l"/>
                </a:tabLst>
                <a:defRPr sz="2600"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393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393700" algn="l"/>
                  <a:tab pos="788988" algn="l"/>
                  <a:tab pos="1182688" algn="l"/>
                  <a:tab pos="1579563" algn="l"/>
                  <a:tab pos="1974850" algn="l"/>
                  <a:tab pos="2368550" algn="l"/>
                  <a:tab pos="2765425" algn="l"/>
                  <a:tab pos="3159125" algn="l"/>
                  <a:tab pos="3554413" algn="l"/>
                  <a:tab pos="3949700" algn="l"/>
                  <a:tab pos="4344988" algn="l"/>
                  <a:tab pos="4740275" algn="l"/>
                  <a:tab pos="5133975" algn="l"/>
                  <a:tab pos="5530850" algn="l"/>
                  <a:tab pos="5924550" algn="l"/>
                  <a:tab pos="6319838" algn="l"/>
                  <a:tab pos="6715125" algn="l"/>
                  <a:tab pos="7110413" algn="l"/>
                  <a:tab pos="7505700" algn="l"/>
                  <a:tab pos="7900988" algn="l"/>
                </a:tabLst>
                <a:defRPr sz="2600"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393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393700" algn="l"/>
                  <a:tab pos="788988" algn="l"/>
                  <a:tab pos="1182688" algn="l"/>
                  <a:tab pos="1579563" algn="l"/>
                  <a:tab pos="1974850" algn="l"/>
                  <a:tab pos="2368550" algn="l"/>
                  <a:tab pos="2765425" algn="l"/>
                  <a:tab pos="3159125" algn="l"/>
                  <a:tab pos="3554413" algn="l"/>
                  <a:tab pos="3949700" algn="l"/>
                  <a:tab pos="4344988" algn="l"/>
                  <a:tab pos="4740275" algn="l"/>
                  <a:tab pos="5133975" algn="l"/>
                  <a:tab pos="5530850" algn="l"/>
                  <a:tab pos="5924550" algn="l"/>
                  <a:tab pos="6319838" algn="l"/>
                  <a:tab pos="6715125" algn="l"/>
                  <a:tab pos="7110413" algn="l"/>
                  <a:tab pos="7505700" algn="l"/>
                  <a:tab pos="7900988" algn="l"/>
                </a:tabLst>
                <a:defRPr sz="2600"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393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393700" algn="l"/>
                  <a:tab pos="788988" algn="l"/>
                  <a:tab pos="1182688" algn="l"/>
                  <a:tab pos="1579563" algn="l"/>
                  <a:tab pos="1974850" algn="l"/>
                  <a:tab pos="2368550" algn="l"/>
                  <a:tab pos="2765425" algn="l"/>
                  <a:tab pos="3159125" algn="l"/>
                  <a:tab pos="3554413" algn="l"/>
                  <a:tab pos="3949700" algn="l"/>
                  <a:tab pos="4344988" algn="l"/>
                  <a:tab pos="4740275" algn="l"/>
                  <a:tab pos="5133975" algn="l"/>
                  <a:tab pos="5530850" algn="l"/>
                  <a:tab pos="5924550" algn="l"/>
                  <a:tab pos="6319838" algn="l"/>
                  <a:tab pos="6715125" algn="l"/>
                  <a:tab pos="7110413" algn="l"/>
                  <a:tab pos="7505700" algn="l"/>
                  <a:tab pos="7900988" algn="l"/>
                </a:tabLst>
                <a:defRPr sz="2600"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393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393700" algn="l"/>
                  <a:tab pos="788988" algn="l"/>
                  <a:tab pos="1182688" algn="l"/>
                  <a:tab pos="1579563" algn="l"/>
                  <a:tab pos="1974850" algn="l"/>
                  <a:tab pos="2368550" algn="l"/>
                  <a:tab pos="2765425" algn="l"/>
                  <a:tab pos="3159125" algn="l"/>
                  <a:tab pos="3554413" algn="l"/>
                  <a:tab pos="3949700" algn="l"/>
                  <a:tab pos="4344988" algn="l"/>
                  <a:tab pos="4740275" algn="l"/>
                  <a:tab pos="5133975" algn="l"/>
                  <a:tab pos="5530850" algn="l"/>
                  <a:tab pos="5924550" algn="l"/>
                  <a:tab pos="6319838" algn="l"/>
                  <a:tab pos="6715125" algn="l"/>
                  <a:tab pos="7110413" algn="l"/>
                  <a:tab pos="7505700" algn="l"/>
                  <a:tab pos="7900988" algn="l"/>
                </a:tabLst>
                <a:defRPr sz="2600"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buSzPct val="100000"/>
                <a:buFont typeface="Times New Roman" panose="02020603050405020304" pitchFamily="18" charset="0"/>
                <a:buNone/>
              </a:pPr>
              <a:r>
                <a:rPr lang="es-ES" altLang="es-ES" sz="15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FACULTAT DE CIÈNCIES MATEMÀTIQUES</a:t>
              </a:r>
            </a:p>
            <a:p>
              <a:pPr algn="ctr" eaLnBrk="1" hangingPunct="1">
                <a:lnSpc>
                  <a:spcPct val="150000"/>
                </a:lnSpc>
                <a:buSzPct val="100000"/>
                <a:buFont typeface="Times New Roman" panose="02020603050405020304" pitchFamily="18" charset="0"/>
                <a:buNone/>
              </a:pPr>
              <a:endParaRPr lang="es-ES" altLang="es-ES" sz="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  <a:buSzPct val="100000"/>
                <a:buFont typeface="Times New Roman" panose="02020603050405020304" pitchFamily="18" charset="0"/>
                <a:buNone/>
              </a:pPr>
              <a:r>
                <a:rPr lang="es-ES" altLang="es-ES" sz="14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DEPARTAMENT D’ESTADÍSTICA I INVESTIGACIÓ OPERATIVA</a:t>
              </a:r>
            </a:p>
            <a:p>
              <a:pPr algn="ctr" eaLnBrk="1" hangingPunct="1">
                <a:lnSpc>
                  <a:spcPct val="150000"/>
                </a:lnSpc>
                <a:buSzPct val="100000"/>
                <a:buFont typeface="Times New Roman" panose="02020603050405020304" pitchFamily="18" charset="0"/>
                <a:buNone/>
              </a:pPr>
              <a:r>
                <a:rPr lang="es-ES" altLang="es-E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Programa de </a:t>
              </a:r>
              <a:r>
                <a:rPr lang="es-ES" altLang="es-ES" sz="1300" b="1" dirty="0" err="1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Doctorat</a:t>
              </a:r>
              <a:r>
                <a:rPr lang="es-ES" altLang="es-E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en Estadística i </a:t>
              </a:r>
              <a:r>
                <a:rPr lang="es-ES" altLang="es-ES" sz="1300" b="1" dirty="0" err="1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Optimizació</a:t>
              </a:r>
              <a:endParaRPr lang="es-ES" altLang="es-E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70"/>
            <a:stretch>
              <a:fillRect/>
            </a:stretch>
          </p:blipFill>
          <p:spPr bwMode="auto">
            <a:xfrm>
              <a:off x="8834549" y="2920701"/>
              <a:ext cx="1651667" cy="1596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17" name="Picture 1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1920" y="869950"/>
              <a:ext cx="3597275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60</Words>
  <Application>Microsoft Office PowerPoint</Application>
  <PresentationFormat>Personalizado</PresentationFormat>
  <Paragraphs>18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simple-light-2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Elena Lazaro</dc:creator>
  <cp:lastModifiedBy>Copies Clixe</cp:lastModifiedBy>
  <cp:revision>149</cp:revision>
  <cp:lastPrinted>2025-11-28T12:34:05Z</cp:lastPrinted>
  <dcterms:modified xsi:type="dcterms:W3CDTF">2025-11-28T12:35:18Z</dcterms:modified>
</cp:coreProperties>
</file>